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Strategy 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B82F6"/>
                </a:solidFill>
              </a:rPr>
              <a:t>Blue Chip Pool Pipeline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</a:rPr>
              <a:t>AI Trading Agent — Technical Architecture   |   2026-06-04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697480"/>
            <a:ext cx="5788152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The Pool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Strategy B's Core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Pool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228600"/>
          </a:xfrm>
          <a:prstGeom prst="rect">
            <a:avLst/>
          </a:prstGeom>
          <a:solidFill>
            <a:srgbClr val="1E3A9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B82F6"/>
                </a:solidFill>
              </a:rPr>
              <a:t>~80 Stocks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657600" cy="1097280"/>
          </a:xfrm>
          <a:prstGeom prst="rect">
            <a:avLst/>
          </a:prstGeom>
          <a:solidFill>
            <a:srgbClr val="0F172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Liquid S&amp;P 500 names
Avg daily volume &gt; 5M
Candidates for promotion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914400"/>
            <a:ext cx="3657600" cy="36576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Pool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280160"/>
            <a:ext cx="3657600" cy="22860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40 Blue Chips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508760"/>
            <a:ext cx="3657600" cy="1097280"/>
          </a:xfrm>
          <a:prstGeom prst="rect">
            <a:avLst/>
          </a:prstGeom>
          <a:solidFill>
            <a:srgbClr val="0F172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Curated by hand:
Mag 7 · FAANG
Financials · Healthcare
Energy · Consumer ·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914400"/>
            <a:ext cx="3657600" cy="36576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Pool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280160"/>
            <a:ext cx="3657600" cy="22860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Top 20 Daily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508760"/>
            <a:ext cx="3657600" cy="1097280"/>
          </a:xfrm>
          <a:prstGeom prst="rect">
            <a:avLst/>
          </a:prstGeom>
          <a:solidFill>
            <a:srgbClr val="0F172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Selected each morning
by composite filter_score:
vol + VWAP + ORB
+ acceleration + 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59" y="1737360"/>
            <a:ext cx="4572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59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B82F6"/>
                </a:solidFill>
              </a:rPr>
              <a:t>≥6.0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C2626"/>
                </a:solidFill>
              </a:rPr>
              <a:t>≤2.0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737360"/>
            <a:ext cx="4572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463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B82F6"/>
                </a:solidFill>
              </a:rPr>
              <a:t>≥6.0 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965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C2626"/>
                </a:solidFill>
              </a:rPr>
              <a:t>≤2.0 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880360"/>
            <a:ext cx="3657600" cy="50292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claude-sonnet-4-6
Final Trade Selection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34456" y="2651760"/>
            <a:ext cx="18288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657600"/>
            <a:ext cx="3657600" cy="50292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EOD: pool_scorer
Scores each trade → updates rolling_7d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34456" y="3383280"/>
            <a:ext cx="182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↺ Feeds back to Pool 1/2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120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</a:rPr>
              <a:t>Scoring Weights:  Win/Loss 40%  ·  P&amp;L Magnitude 30%  ·  Slippage 20%  ·  Setup Quality 10%  ·  Rolling 7-day (last 2 days = 2× weight)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Daily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GitHub Actions cron-triggered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11247120" cy="36576"/>
          </a:xfrm>
          <a:prstGeom prst="rect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10:00 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011680" cy="685800"/>
          </a:xfrm>
          <a:prstGeom prst="rect">
            <a:avLst/>
          </a:prstGeom>
          <a:solidFill>
            <a:srgbClr val="3B82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PREMARKET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Pool 3 → Scan → Claude →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08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10:30 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828800"/>
            <a:ext cx="2011680" cy="685800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ENTRY SCAN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Intraday momentum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11:30 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28800"/>
            <a:ext cx="2011680" cy="685800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ENTRY SCAN 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Second momentum scan
(max 2/day)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10AM–3:59PM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2011680" cy="685800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INTRADAY ×N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Every 15 min: sync positions
trail / stop / target exits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508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3:55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828800"/>
            <a:ext cx="2011680" cy="68580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Close all → Score → Pool rebalance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Premarket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8 stages from Pool 3 selection to order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303520" cy="420624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pool_filter
Pool 3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16936" y="1197864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303520" cy="420624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market_context
yfinance VIX + CNN F&amp;G + Alpaca sectors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16936" y="1682495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46504"/>
            <a:ext cx="5303520" cy="420624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scanner.run_scan()
yfinance 3-month bars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6936" y="2167128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31136"/>
            <a:ext cx="5303520" cy="420624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Gap-up injection
Alpaca Screener ≥2%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6936" y="2651760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15768"/>
            <a:ext cx="530352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Garbage filter
price&gt;0, rsi≠None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16936" y="3136392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5303520" cy="420624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Live price + signals
Alpaca snapshot + ORB/extension filters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16936" y="3621024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85032"/>
            <a:ext cx="5303520" cy="420624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news_intel
yfinance news (20 workers)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777240"/>
            <a:ext cx="530352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Trade cap
top N by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0536" y="1197864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261872"/>
            <a:ext cx="5303520" cy="420624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strategy.select_trades()
claude-sonnet-4-6 · prompt caching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0536" y="1682495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746504"/>
            <a:ext cx="5303520" cy="420624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risk.validate()
MTM limit · position cap · sector cap · R:R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0536" y="2167128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231136"/>
            <a:ext cx="5303520" cy="420624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sector_guard
max 2 per sector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0536" y="2651760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715768"/>
            <a:ext cx="5303520" cy="420624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atr_sizer
stop=ATR×1.2 · $150 risk · ORB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0536" y="3136392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303520" cy="420624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guardrails
live price sanity · buying power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0536" y="3621024"/>
            <a:ext cx="18288" cy="640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685032"/>
            <a:ext cx="5303520" cy="420624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place_orders → b_positions
bracket + trailing stop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Intraday: R-Ladder &amp; Exit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Runs every 15 min, 10 AM–3:59 PM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</a:rPr>
              <a:t>R-Ladder Stop Ratchet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 = entry_cost − stop_loss  (initial risk per share)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Start 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2456" y="2011680"/>
            <a:ext cx="182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+1R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488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Stop moves to breakeven
(capital protected)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62456" y="2560320"/>
            <a:ext cx="18288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+2R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97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Stop moves to entry + R
(lock in half the move)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Stop only ever ratchets UP — never back 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777240"/>
            <a:ext cx="36576" cy="3200400"/>
          </a:xfrm>
          <a:prstGeom prst="rect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822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</a:rPr>
              <a:t>Exit Conditions (6 types)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234440"/>
            <a:ext cx="1920240" cy="384048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BONUS_TARGET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2801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Daily P&amp;L ≥ $1,000 → close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737360"/>
            <a:ext cx="1920240" cy="384048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78308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price ≥ target_price → market sell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240280"/>
            <a:ext cx="1920240" cy="384048"/>
          </a:xfrm>
          <a:prstGeom prst="rect">
            <a:avLst/>
          </a:prstGeom>
          <a:solidFill>
            <a:srgbClr val="3B82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VWAP_BREAK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2860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price &lt; VWAP while stop &lt; entry → sell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2743200"/>
            <a:ext cx="1920240" cy="384048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MANUAL_TRAIL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7889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price ≤ watermark × (1−1%) → sell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246120"/>
            <a:ext cx="1920240" cy="384048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29184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price ≤ stop_loss → hard stop sell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749039"/>
            <a:ext cx="1920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NATIVE_TRAIL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794759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Alpaca server-side trail fired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Each intraday cycle also: backfills fill_price for slow orders · backfills trailing stop IDs · writes unrealized_pnl from actual fill_price (not planned entry_price) · updates high/low watermarks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Entry Scan (10:30 AM &amp; 11:30 AM 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Intraday momentum-focused re-entry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7 Gates (all must pass)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UTC hour 14–20 (10 AM–4 PM 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4114800" cy="41148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Max 2 scans per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4114800" cy="41148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Min 55 min gap between scans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4114800" cy="41148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Open slots available (&lt; 10 positions)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4114800" cy="41148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Daily entries &lt; 10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4114800" cy="41148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Net P&amp;L &gt; −$500 loss 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06240"/>
            <a:ext cx="4114800" cy="41148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Time &lt; noon ET (hard cutoff)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651760"/>
            <a:ext cx="54864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822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Scan Pipeline (if all gates pass)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234440"/>
            <a:ext cx="6675120" cy="54864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Fresh Pool 3 tickers
pool_filter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6" y="1783080"/>
            <a:ext cx="18288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920240"/>
            <a:ext cx="6675120" cy="548640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intraday_momentum.scan()
Alpaca snapshot: up ≥0.5% from open, above VWAP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49056" y="2468880"/>
            <a:ext cx="18288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606040"/>
            <a:ext cx="6675120" cy="548640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Dedup: exclude tickers
already traded today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9056" y="3154680"/>
            <a:ext cx="18288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3291840"/>
            <a:ext cx="6675120" cy="54864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strategy.select_trades()
claude-sonnet-4-6  ·  note: INTRADAY SCAN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49056" y="3840480"/>
            <a:ext cx="18288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3977639"/>
            <a:ext cx="6675120" cy="54864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risk · atr_sizer · guardrails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9056" y="4526279"/>
            <a:ext cx="18288" cy="137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4663440"/>
            <a:ext cx="6675120" cy="548640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place_orders() → b_positions
b_planned_trades · b_scan_results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EOD: Pool Scoring &amp; Rebalancing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Self-learning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9418320" cy="1005840"/>
          </a:xfrm>
          <a:prstGeom prst="rect">
            <a:avLst/>
          </a:prstGeom>
          <a:solidFill>
            <a:srgbClr val="DC262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close_all_positions()
Market sell all open
Orphan sweep (stratb_ tag)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1616" y="1920240"/>
            <a:ext cx="18288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148840"/>
            <a:ext cx="9418320" cy="1005840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pool_scorer.score_today()
Win/Loss · P&amp;L · Slippage · Setup
Daily score + rolling_7d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616" y="3154680"/>
            <a:ext cx="18288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383280"/>
            <a:ext cx="9418320" cy="1005840"/>
          </a:xfrm>
          <a:prstGeom prst="rect">
            <a:avLst/>
          </a:prstGeom>
          <a:solidFill>
            <a:srgbClr val="1E40A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pool_manager.apply_promotions()
Pool1→Pool2 if ≥6.0
Pool2→Pool1 if ≤2.0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4389120"/>
            <a:ext cx="18288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617720"/>
            <a:ext cx="9418320" cy="1005840"/>
          </a:xfrm>
          <a:prstGeom prst="rect">
            <a:avLst/>
          </a:prstGeom>
          <a:solidFill>
            <a:srgbClr val="05966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write_daily_performance()
Regime label · P&amp;L by pool
Alpaca reconciliation
b_daily_performance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8521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Score formula:  Win/Loss (40%)  +  P&amp;L magnitude −$100→+$200 scaled 0–10 (30%)  +  Slippage bps (20%)  +  Setup quality (10%)  ·  7-day rolling: last 2 days = 2× weight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Agent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All agents and their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777240"/>
          <a:ext cx="97840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743200"/>
                <a:gridCol w="3931920"/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External API / Data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pool_filter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Alpaca: 3 batch calls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Pool 3 top 20 with filter_score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market_context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yfinance, Alpaca, CNN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VIX, fear_greed, sector_rotation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scanner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yfinance 3-month bars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candidates with RSI, ATR, signals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news_intel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yfinance .news (20 workers)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news_context string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claude-sonnet-4-6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Anthropic API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trades[] with entry/target/stop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Reads b_positions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approved / rejected trades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sector_guard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SECTOR_MAP config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sector-capped approved list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atr_sizer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Alpaca 5-min bars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ATR-sized trades, ORB gate applied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guardrails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Alpaca live price+account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final sanity-checked list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alpaca_broker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Alpaca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b_positions (OPEN) bracket+trail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pool_scorer (EOD)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No LLM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b_positions + Alpaca orders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FFFFFF"/>
                          </a:solidFill>
                        </a:rPr>
                        <a:t>b_stock_scores, b_pools, b_daily_performance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Strategy B vs Strategy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B82F6"/>
                </a:solidFill>
              </a:rPr>
              <a:t>What makes B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7772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457200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Strategy 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Strategy B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Universe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430+ broad daily scan</a:t>
                      </a:r>
                    </a:p>
                  </a:txBody>
                  <a:tcPr>
                    <a:solidFill>
                      <a:srgbClr val="1E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40 curated blue chips (Pool 2)</a:t>
                      </a:r>
                    </a:p>
                  </a:txBody>
                  <a:tcPr>
                    <a:solidFill>
                      <a:srgbClr val="0D2A1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Candidate filter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Scanner score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Composite: vol + VWAP + ORB + 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Claude context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Raw technical signals</a:t>
                      </a:r>
                    </a:p>
                  </a:txBody>
                  <a:tcPr>
                    <a:solidFill>
                      <a:srgbClr val="1E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+ pool + rolling_score + behavioral signals</a:t>
                      </a:r>
                    </a:p>
                  </a:txBody>
                  <a:tcPr>
                    <a:solidFill>
                      <a:srgbClr val="0D2A1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Feedback loop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EOD scoring → pool promotions/demotions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Entry timing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Premarket + generic entry_scan</a:t>
                      </a:r>
                    </a:p>
                  </a:txBody>
                  <a:tcPr>
                    <a:solidFill>
                      <a:srgbClr val="1E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Premarket + intraday_momentum.scan()</a:t>
                      </a:r>
                    </a:p>
                  </a:txBody>
                  <a:tcPr>
                    <a:solidFill>
                      <a:srgbClr val="0D2A1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Stop ratchet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R-ladder: breakeven +1R, lock +2R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Sector limit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1E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Max 2 per sector (11 sectors tracked)</a:t>
                      </a:r>
                    </a:p>
                  </a:txBody>
                  <a:tcPr>
                    <a:solidFill>
                      <a:srgbClr val="0D2A1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EOD reconcile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FFFFF"/>
                          </a:solidFill>
                        </a:rPr>
                        <a:t>From our DB fills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EE7B7"/>
                          </a:solidFill>
                        </a:rPr>
                        <a:t>+ Alpaca order matching by stratb_ tag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